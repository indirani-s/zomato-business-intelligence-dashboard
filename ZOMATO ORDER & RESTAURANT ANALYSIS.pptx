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  <p:sldMasterId id="214748369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IBM Plex Serif"/>
      <p:regular r:id="rId20"/>
      <p:bold r:id="rId21"/>
      <p:italic r:id="rId22"/>
      <p:boldItalic r:id="rId23"/>
    </p:embeddedFont>
    <p:embeddedFont>
      <p:font typeface="Archivo Medium"/>
      <p:regular r:id="rId24"/>
      <p:bold r:id="rId25"/>
      <p:italic r:id="rId26"/>
      <p:boldItalic r:id="rId27"/>
    </p:embeddedFont>
    <p:embeddedFont>
      <p:font typeface="IBM Plex Serif Medium"/>
      <p:regular r:id="rId28"/>
      <p:bold r:id="rId29"/>
      <p:italic r:id="rId30"/>
      <p:boldItalic r:id="rId31"/>
    </p:embeddedFont>
    <p:embeddedFont>
      <p:font typeface="Archivo"/>
      <p:regular r:id="rId32"/>
      <p:bold r:id="rId33"/>
      <p:italic r:id="rId34"/>
      <p:boldItalic r:id="rId35"/>
    </p:embeddedFont>
    <p:embeddedFont>
      <p:font typeface="Archivo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erif-regular.fntdata"/><Relationship Id="rId22" Type="http://schemas.openxmlformats.org/officeDocument/2006/relationships/font" Target="fonts/IBMPlexSerif-italic.fntdata"/><Relationship Id="rId21" Type="http://schemas.openxmlformats.org/officeDocument/2006/relationships/font" Target="fonts/IBMPlexSerif-bold.fntdata"/><Relationship Id="rId24" Type="http://schemas.openxmlformats.org/officeDocument/2006/relationships/font" Target="fonts/ArchivoMedium-regular.fntdata"/><Relationship Id="rId23" Type="http://schemas.openxmlformats.org/officeDocument/2006/relationships/font" Target="fonts/IBMPlexSerif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rchivoMedium-italic.fntdata"/><Relationship Id="rId25" Type="http://schemas.openxmlformats.org/officeDocument/2006/relationships/font" Target="fonts/ArchivoMedium-bold.fntdata"/><Relationship Id="rId28" Type="http://schemas.openxmlformats.org/officeDocument/2006/relationships/font" Target="fonts/IBMPlexSerifMedium-regular.fntdata"/><Relationship Id="rId27" Type="http://schemas.openxmlformats.org/officeDocument/2006/relationships/font" Target="fonts/Archivo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BMPlexSerif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erifMedium-boldItalic.fntdata"/><Relationship Id="rId30" Type="http://schemas.openxmlformats.org/officeDocument/2006/relationships/font" Target="fonts/IBMPlexSerifMedium-italic.fntdata"/><Relationship Id="rId11" Type="http://schemas.openxmlformats.org/officeDocument/2006/relationships/slide" Target="slides/slide5.xml"/><Relationship Id="rId33" Type="http://schemas.openxmlformats.org/officeDocument/2006/relationships/font" Target="fonts/Archivo-bold.fntdata"/><Relationship Id="rId10" Type="http://schemas.openxmlformats.org/officeDocument/2006/relationships/slide" Target="slides/slide4.xml"/><Relationship Id="rId32" Type="http://schemas.openxmlformats.org/officeDocument/2006/relationships/font" Target="fonts/Archivo-regular.fntdata"/><Relationship Id="rId13" Type="http://schemas.openxmlformats.org/officeDocument/2006/relationships/slide" Target="slides/slide7.xml"/><Relationship Id="rId35" Type="http://schemas.openxmlformats.org/officeDocument/2006/relationships/font" Target="fonts/Archivo-boldItalic.fntdata"/><Relationship Id="rId12" Type="http://schemas.openxmlformats.org/officeDocument/2006/relationships/slide" Target="slides/slide6.xml"/><Relationship Id="rId34" Type="http://schemas.openxmlformats.org/officeDocument/2006/relationships/font" Target="fonts/Archivo-italic.fntdata"/><Relationship Id="rId15" Type="http://schemas.openxmlformats.org/officeDocument/2006/relationships/slide" Target="slides/slide9.xml"/><Relationship Id="rId37" Type="http://schemas.openxmlformats.org/officeDocument/2006/relationships/font" Target="fonts/ArchivoSemiBold-bold.fntdata"/><Relationship Id="rId14" Type="http://schemas.openxmlformats.org/officeDocument/2006/relationships/slide" Target="slides/slide8.xml"/><Relationship Id="rId36" Type="http://schemas.openxmlformats.org/officeDocument/2006/relationships/font" Target="fonts/Archivo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Archivo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Archivo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b0fda943b_0_1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eb0fda943b_0_1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b0fda943b_0_1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eb0fda943b_0_1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b0fda943b_0_1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eb0fda943b_0_1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b0fda943b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eb0fda943b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b0fda943b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eb0fda943b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b0fda943b_0_1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eb0fda943b_0_1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eb0fda943b_0_1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eb0fda943b_0_1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b0fda943b_0_1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eb0fda943b_0_1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b0fda943b_0_1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eb0fda943b_0_1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b0fda943b_0_1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eb0fda943b_0_1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b0fda943b_0_19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eb0fda943b_0_1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b0fda943b_0_1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eb0fda943b_0_1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b0fda943b_0_1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eb0fda943b_0_1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236850" y="2068225"/>
            <a:ext cx="8661300" cy="2851800"/>
          </a:xfrm>
          <a:prstGeom prst="roundRect">
            <a:avLst>
              <a:gd fmla="val 7221" name="adj"/>
            </a:avLst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390550" y="513788"/>
            <a:ext cx="8372700" cy="9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chivo SemiBold"/>
              <a:buNone/>
              <a:defRPr sz="6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90550" y="1430263"/>
            <a:ext cx="8372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7" name="Google Shape;57;p14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type="title"/>
          </p:nvPr>
        </p:nvSpPr>
        <p:spPr>
          <a:xfrm>
            <a:off x="390550" y="575525"/>
            <a:ext cx="83727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597000" y="1740250"/>
            <a:ext cx="19875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2" type="subTitle"/>
          </p:nvPr>
        </p:nvSpPr>
        <p:spPr>
          <a:xfrm>
            <a:off x="2584500" y="1740250"/>
            <a:ext cx="19875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3" type="subTitle"/>
          </p:nvPr>
        </p:nvSpPr>
        <p:spPr>
          <a:xfrm>
            <a:off x="4572000" y="1740250"/>
            <a:ext cx="19875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4" type="subTitle"/>
          </p:nvPr>
        </p:nvSpPr>
        <p:spPr>
          <a:xfrm>
            <a:off x="6559500" y="1740250"/>
            <a:ext cx="19875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5" type="body"/>
          </p:nvPr>
        </p:nvSpPr>
        <p:spPr>
          <a:xfrm>
            <a:off x="597000" y="2357950"/>
            <a:ext cx="19875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6" type="body"/>
          </p:nvPr>
        </p:nvSpPr>
        <p:spPr>
          <a:xfrm>
            <a:off x="2584500" y="2357950"/>
            <a:ext cx="19875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7" type="body"/>
          </p:nvPr>
        </p:nvSpPr>
        <p:spPr>
          <a:xfrm>
            <a:off x="4572000" y="2357950"/>
            <a:ext cx="19875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8" type="body"/>
          </p:nvPr>
        </p:nvSpPr>
        <p:spPr>
          <a:xfrm>
            <a:off x="6559500" y="2357950"/>
            <a:ext cx="19875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cxnSp>
        <p:nvCxnSpPr>
          <p:cNvPr id="70" name="Google Shape;70;p15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5"/>
          <p:cNvSpPr txBox="1"/>
          <p:nvPr>
            <p:ph idx="9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ny Structure" type="tx">
  <p:cSld name="TITLE_AND_BODY">
    <p:bg>
      <p:bgPr>
        <a:solidFill>
          <a:schemeClr val="dk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>
            <p:ph idx="2" type="pic"/>
          </p:nvPr>
        </p:nvSpPr>
        <p:spPr>
          <a:xfrm>
            <a:off x="887950" y="2076850"/>
            <a:ext cx="1536600" cy="2035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4" name="Google Shape;74;p16"/>
          <p:cNvSpPr/>
          <p:nvPr>
            <p:ph idx="3" type="pic"/>
          </p:nvPr>
        </p:nvSpPr>
        <p:spPr>
          <a:xfrm>
            <a:off x="2831750" y="2076850"/>
            <a:ext cx="1536600" cy="2035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5" name="Google Shape;75;p16"/>
          <p:cNvSpPr/>
          <p:nvPr>
            <p:ph idx="4" type="pic"/>
          </p:nvPr>
        </p:nvSpPr>
        <p:spPr>
          <a:xfrm>
            <a:off x="4775713" y="2076850"/>
            <a:ext cx="1536600" cy="2035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6" name="Google Shape;76;p16"/>
          <p:cNvSpPr/>
          <p:nvPr>
            <p:ph idx="5" type="pic"/>
          </p:nvPr>
        </p:nvSpPr>
        <p:spPr>
          <a:xfrm>
            <a:off x="6719663" y="2076850"/>
            <a:ext cx="1536600" cy="2035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390550" y="575525"/>
            <a:ext cx="83727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390550" y="1430263"/>
            <a:ext cx="8372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887950" y="4112050"/>
            <a:ext cx="15366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7" type="subTitle"/>
          </p:nvPr>
        </p:nvSpPr>
        <p:spPr>
          <a:xfrm>
            <a:off x="2831828" y="4112050"/>
            <a:ext cx="15366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8" type="subTitle"/>
          </p:nvPr>
        </p:nvSpPr>
        <p:spPr>
          <a:xfrm>
            <a:off x="4775719" y="4112050"/>
            <a:ext cx="15366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9" type="subTitle"/>
          </p:nvPr>
        </p:nvSpPr>
        <p:spPr>
          <a:xfrm>
            <a:off x="6719622" y="4112050"/>
            <a:ext cx="15366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cxnSp>
        <p:nvCxnSpPr>
          <p:cNvPr id="83" name="Google Shape;83;p16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dership" type="twoColTx">
  <p:cSld name="TITLE_AND_TWO_COLUMNS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162975" y="142400"/>
            <a:ext cx="3911700" cy="48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87" name="Google Shape;87;p17"/>
          <p:cNvSpPr/>
          <p:nvPr>
            <p:ph idx="2" type="pic"/>
          </p:nvPr>
        </p:nvSpPr>
        <p:spPr>
          <a:xfrm>
            <a:off x="996550" y="874499"/>
            <a:ext cx="2244600" cy="3330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4643075" y="1724013"/>
            <a:ext cx="3911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Medium"/>
              <a:buNone/>
              <a:defRPr sz="2000">
                <a:latin typeface="IBM Plex Serif Medium"/>
                <a:ea typeface="IBM Plex Serif Medium"/>
                <a:cs typeface="IBM Plex Serif Medium"/>
                <a:sym typeface="IBM Plex Serif Medium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3" type="subTitle"/>
          </p:nvPr>
        </p:nvSpPr>
        <p:spPr>
          <a:xfrm>
            <a:off x="5622325" y="3180388"/>
            <a:ext cx="19770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 Medium"/>
              <a:buNone/>
              <a:defRPr>
                <a:solidFill>
                  <a:schemeClr val="lt2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s" type="titleOnly">
  <p:cSld name="TITLE_ONLY">
    <p:bg>
      <p:bgPr>
        <a:solidFill>
          <a:schemeClr val="dk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90550" y="1892825"/>
            <a:ext cx="83727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1" type="subTitle"/>
          </p:nvPr>
        </p:nvSpPr>
        <p:spPr>
          <a:xfrm>
            <a:off x="390550" y="2747563"/>
            <a:ext cx="8372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erif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93" name="Google Shape;93;p18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s">
  <p:cSld name="ONE_COLUMN_TEXT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90550" y="1281900"/>
            <a:ext cx="35430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90550" y="2425075"/>
            <a:ext cx="3543000" cy="19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cxnSp>
        <p:nvCxnSpPr>
          <p:cNvPr id="98" name="Google Shape;98;p19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vestors">
  <p:cSld name="MAIN_POINT">
    <p:bg>
      <p:bgPr>
        <a:solidFill>
          <a:schemeClr val="dk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/>
          <p:nvPr>
            <p:ph idx="2" type="pic"/>
          </p:nvPr>
        </p:nvSpPr>
        <p:spPr>
          <a:xfrm>
            <a:off x="4644325" y="1140011"/>
            <a:ext cx="1929900" cy="2863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3" type="pic"/>
          </p:nvPr>
        </p:nvSpPr>
        <p:spPr>
          <a:xfrm>
            <a:off x="6833350" y="1140011"/>
            <a:ext cx="1929900" cy="2863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3" name="Google Shape;103;p20"/>
          <p:cNvSpPr txBox="1"/>
          <p:nvPr>
            <p:ph type="title"/>
          </p:nvPr>
        </p:nvSpPr>
        <p:spPr>
          <a:xfrm>
            <a:off x="390550" y="1436463"/>
            <a:ext cx="35430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90550" y="2579638"/>
            <a:ext cx="3543000" cy="11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5" name="Google Shape;105;p20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ct Sheet">
  <p:cSld name="SECTION_TITLE_AND_DESCRIPTION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5064475" y="142400"/>
            <a:ext cx="3911700" cy="48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109" name="Google Shape;109;p21"/>
          <p:cNvSpPr/>
          <p:nvPr>
            <p:ph idx="2" type="pic"/>
          </p:nvPr>
        </p:nvSpPr>
        <p:spPr>
          <a:xfrm>
            <a:off x="5898050" y="874499"/>
            <a:ext cx="2244600" cy="3330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0" name="Google Shape;110;p21"/>
          <p:cNvSpPr txBox="1"/>
          <p:nvPr>
            <p:ph type="title"/>
          </p:nvPr>
        </p:nvSpPr>
        <p:spPr>
          <a:xfrm>
            <a:off x="390550" y="421400"/>
            <a:ext cx="4109400" cy="11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11" name="Google Shape;111;p21"/>
          <p:cNvSpPr txBox="1"/>
          <p:nvPr>
            <p:ph idx="1" type="subTitle"/>
          </p:nvPr>
        </p:nvSpPr>
        <p:spPr>
          <a:xfrm>
            <a:off x="390550" y="1513075"/>
            <a:ext cx="33063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 SemiBold"/>
              <a:buNone/>
              <a:defRPr sz="2000"/>
            </a:lvl9pPr>
          </a:lstStyle>
          <a:p/>
        </p:txBody>
      </p:sp>
      <p:sp>
        <p:nvSpPr>
          <p:cNvPr id="112" name="Google Shape;112;p21"/>
          <p:cNvSpPr txBox="1"/>
          <p:nvPr>
            <p:ph idx="3" type="subTitle"/>
          </p:nvPr>
        </p:nvSpPr>
        <p:spPr>
          <a:xfrm>
            <a:off x="390550" y="236688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13" name="Google Shape;113;p21"/>
          <p:cNvSpPr txBox="1"/>
          <p:nvPr>
            <p:ph idx="4" type="subTitle"/>
          </p:nvPr>
        </p:nvSpPr>
        <p:spPr>
          <a:xfrm>
            <a:off x="2595025" y="236688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14" name="Google Shape;114;p21"/>
          <p:cNvSpPr txBox="1"/>
          <p:nvPr>
            <p:ph idx="5" type="body"/>
          </p:nvPr>
        </p:nvSpPr>
        <p:spPr>
          <a:xfrm>
            <a:off x="390550" y="287000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6" type="body"/>
          </p:nvPr>
        </p:nvSpPr>
        <p:spPr>
          <a:xfrm>
            <a:off x="2595025" y="287000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7" type="subTitle"/>
          </p:nvPr>
        </p:nvSpPr>
        <p:spPr>
          <a:xfrm>
            <a:off x="390550" y="361286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8" type="subTitle"/>
          </p:nvPr>
        </p:nvSpPr>
        <p:spPr>
          <a:xfrm>
            <a:off x="2595025" y="361286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18" name="Google Shape;118;p21"/>
          <p:cNvSpPr txBox="1"/>
          <p:nvPr>
            <p:ph idx="9" type="body"/>
          </p:nvPr>
        </p:nvSpPr>
        <p:spPr>
          <a:xfrm>
            <a:off x="390550" y="4115975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3" type="body"/>
          </p:nvPr>
        </p:nvSpPr>
        <p:spPr>
          <a:xfrm>
            <a:off x="2595025" y="4115975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ssion">
  <p:cSld name="CAPTION_ONLY">
    <p:bg>
      <p:bgPr>
        <a:solidFill>
          <a:schemeClr val="l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2"/>
          <p:cNvSpPr txBox="1"/>
          <p:nvPr>
            <p:ph idx="1" type="subTitle"/>
          </p:nvPr>
        </p:nvSpPr>
        <p:spPr>
          <a:xfrm>
            <a:off x="4217250" y="87378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23" name="Google Shape;123;p22"/>
          <p:cNvSpPr txBox="1"/>
          <p:nvPr>
            <p:ph idx="2" type="subTitle"/>
          </p:nvPr>
        </p:nvSpPr>
        <p:spPr>
          <a:xfrm>
            <a:off x="6421725" y="87378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24" name="Google Shape;124;p22"/>
          <p:cNvSpPr txBox="1"/>
          <p:nvPr>
            <p:ph idx="3" type="body"/>
          </p:nvPr>
        </p:nvSpPr>
        <p:spPr>
          <a:xfrm>
            <a:off x="4217250" y="137690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4" type="body"/>
          </p:nvPr>
        </p:nvSpPr>
        <p:spPr>
          <a:xfrm>
            <a:off x="6421725" y="137690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idx="5" type="subTitle"/>
          </p:nvPr>
        </p:nvSpPr>
        <p:spPr>
          <a:xfrm>
            <a:off x="4217250" y="211976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27" name="Google Shape;127;p22"/>
          <p:cNvSpPr txBox="1"/>
          <p:nvPr>
            <p:ph idx="6" type="subTitle"/>
          </p:nvPr>
        </p:nvSpPr>
        <p:spPr>
          <a:xfrm>
            <a:off x="6421725" y="2119763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7" type="body"/>
          </p:nvPr>
        </p:nvSpPr>
        <p:spPr>
          <a:xfrm>
            <a:off x="4217250" y="2622875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2"/>
          <p:cNvSpPr txBox="1"/>
          <p:nvPr>
            <p:ph idx="8" type="body"/>
          </p:nvPr>
        </p:nvSpPr>
        <p:spPr>
          <a:xfrm>
            <a:off x="6421725" y="2622875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22"/>
          <p:cNvSpPr txBox="1"/>
          <p:nvPr>
            <p:ph idx="9" type="subTitle"/>
          </p:nvPr>
        </p:nvSpPr>
        <p:spPr>
          <a:xfrm>
            <a:off x="4217250" y="336573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13" type="subTitle"/>
          </p:nvPr>
        </p:nvSpPr>
        <p:spPr>
          <a:xfrm>
            <a:off x="6421725" y="3365738"/>
            <a:ext cx="19770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14" type="body"/>
          </p:nvPr>
        </p:nvSpPr>
        <p:spPr>
          <a:xfrm>
            <a:off x="4217250" y="386885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5" type="body"/>
          </p:nvPr>
        </p:nvSpPr>
        <p:spPr>
          <a:xfrm>
            <a:off x="6421725" y="3868850"/>
            <a:ext cx="19770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type="title"/>
          </p:nvPr>
        </p:nvSpPr>
        <p:spPr>
          <a:xfrm>
            <a:off x="390550" y="2087700"/>
            <a:ext cx="34299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chivo SemiBold"/>
              <a:buNone/>
              <a:defRPr sz="4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cxnSp>
        <p:nvCxnSpPr>
          <p:cNvPr id="135" name="Google Shape;135;p22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22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story">
  <p:cSld name="BIG_NUMBER"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/>
          <p:nvPr/>
        </p:nvSpPr>
        <p:spPr>
          <a:xfrm>
            <a:off x="162975" y="142400"/>
            <a:ext cx="3911700" cy="48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139" name="Google Shape;139;p23"/>
          <p:cNvSpPr/>
          <p:nvPr>
            <p:ph idx="2" type="pic"/>
          </p:nvPr>
        </p:nvSpPr>
        <p:spPr>
          <a:xfrm>
            <a:off x="996550" y="874499"/>
            <a:ext cx="2244600" cy="3330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23"/>
          <p:cNvSpPr txBox="1"/>
          <p:nvPr>
            <p:ph type="title"/>
          </p:nvPr>
        </p:nvSpPr>
        <p:spPr>
          <a:xfrm>
            <a:off x="4565075" y="316525"/>
            <a:ext cx="4109400" cy="11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/>
        </p:txBody>
      </p:sp>
      <p:sp>
        <p:nvSpPr>
          <p:cNvPr id="141" name="Google Shape;141;p23"/>
          <p:cNvSpPr txBox="1"/>
          <p:nvPr>
            <p:ph idx="1" type="subTitle"/>
          </p:nvPr>
        </p:nvSpPr>
        <p:spPr>
          <a:xfrm>
            <a:off x="4565075" y="1623575"/>
            <a:ext cx="4109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3" type="body"/>
          </p:nvPr>
        </p:nvSpPr>
        <p:spPr>
          <a:xfrm>
            <a:off x="4565075" y="2126675"/>
            <a:ext cx="4109400" cy="1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4" type="subTitle"/>
          </p:nvPr>
        </p:nvSpPr>
        <p:spPr>
          <a:xfrm>
            <a:off x="4565075" y="3225275"/>
            <a:ext cx="4109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chivo"/>
              <a:buNone/>
              <a:defRPr b="1">
                <a:solidFill>
                  <a:schemeClr val="dk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44" name="Google Shape;144;p23"/>
          <p:cNvSpPr txBox="1"/>
          <p:nvPr>
            <p:ph idx="5" type="body"/>
          </p:nvPr>
        </p:nvSpPr>
        <p:spPr>
          <a:xfrm>
            <a:off x="4565075" y="3728375"/>
            <a:ext cx="4109400" cy="1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 type="blank">
  <p:cSld name="BLANK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/>
          <p:nvPr>
            <p:ph idx="2" type="pic"/>
          </p:nvPr>
        </p:nvSpPr>
        <p:spPr>
          <a:xfrm>
            <a:off x="390550" y="516500"/>
            <a:ext cx="2736000" cy="4502100"/>
          </a:xfrm>
          <a:prstGeom prst="roundRect">
            <a:avLst>
              <a:gd fmla="val 4168" name="adj"/>
            </a:avLst>
          </a:prstGeom>
          <a:noFill/>
          <a:ln>
            <a:noFill/>
          </a:ln>
        </p:spPr>
      </p:sp>
      <p:sp>
        <p:nvSpPr>
          <p:cNvPr id="147" name="Google Shape;147;p24"/>
          <p:cNvSpPr/>
          <p:nvPr>
            <p:ph idx="3" type="pic"/>
          </p:nvPr>
        </p:nvSpPr>
        <p:spPr>
          <a:xfrm>
            <a:off x="3208850" y="516500"/>
            <a:ext cx="2736000" cy="2183400"/>
          </a:xfrm>
          <a:prstGeom prst="roundRect">
            <a:avLst>
              <a:gd fmla="val 4168" name="adj"/>
            </a:avLst>
          </a:prstGeom>
          <a:noFill/>
          <a:ln>
            <a:noFill/>
          </a:ln>
        </p:spPr>
      </p:sp>
      <p:sp>
        <p:nvSpPr>
          <p:cNvPr id="148" name="Google Shape;148;p24"/>
          <p:cNvSpPr/>
          <p:nvPr>
            <p:ph idx="4" type="pic"/>
          </p:nvPr>
        </p:nvSpPr>
        <p:spPr>
          <a:xfrm>
            <a:off x="3208850" y="2786900"/>
            <a:ext cx="2736000" cy="2231700"/>
          </a:xfrm>
          <a:prstGeom prst="roundRect">
            <a:avLst>
              <a:gd fmla="val 4168" name="adj"/>
            </a:avLst>
          </a:prstGeom>
          <a:noFill/>
          <a:ln>
            <a:noFill/>
          </a:ln>
        </p:spPr>
      </p:sp>
      <p:sp>
        <p:nvSpPr>
          <p:cNvPr id="149" name="Google Shape;149;p24"/>
          <p:cNvSpPr/>
          <p:nvPr>
            <p:ph idx="5" type="pic"/>
          </p:nvPr>
        </p:nvSpPr>
        <p:spPr>
          <a:xfrm>
            <a:off x="6027150" y="2174900"/>
            <a:ext cx="2736000" cy="2843700"/>
          </a:xfrm>
          <a:prstGeom prst="roundRect">
            <a:avLst>
              <a:gd fmla="val 4168" name="adj"/>
            </a:avLst>
          </a:prstGeom>
          <a:noFill/>
          <a:ln>
            <a:noFill/>
          </a:ln>
        </p:spPr>
      </p:sp>
      <p:sp>
        <p:nvSpPr>
          <p:cNvPr id="150" name="Google Shape;150;p24"/>
          <p:cNvSpPr/>
          <p:nvPr>
            <p:ph idx="6" type="pic"/>
          </p:nvPr>
        </p:nvSpPr>
        <p:spPr>
          <a:xfrm>
            <a:off x="6027150" y="516500"/>
            <a:ext cx="2736000" cy="1566300"/>
          </a:xfrm>
          <a:prstGeom prst="roundRect">
            <a:avLst>
              <a:gd fmla="val 4168" name="adj"/>
            </a:avLst>
          </a:prstGeom>
          <a:noFill/>
          <a:ln>
            <a:noFill/>
          </a:ln>
        </p:spPr>
      </p:sp>
      <p:sp>
        <p:nvSpPr>
          <p:cNvPr id="151" name="Google Shape;15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2" name="Google Shape;152;p24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24"/>
          <p:cNvSpPr txBox="1"/>
          <p:nvPr>
            <p:ph idx="7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Divider">
  <p:cSld name="TITLE_1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/>
          <p:nvPr>
            <p:ph idx="2" type="pic"/>
          </p:nvPr>
        </p:nvSpPr>
        <p:spPr>
          <a:xfrm>
            <a:off x="161800" y="148200"/>
            <a:ext cx="8830200" cy="4118700"/>
          </a:xfrm>
          <a:prstGeom prst="roundRect">
            <a:avLst>
              <a:gd fmla="val 4111" name="adj"/>
            </a:avLst>
          </a:prstGeom>
          <a:noFill/>
          <a:ln>
            <a:noFill/>
          </a:ln>
        </p:spPr>
      </p:sp>
      <p:sp>
        <p:nvSpPr>
          <p:cNvPr id="156" name="Google Shape;156;p25"/>
          <p:cNvSpPr txBox="1"/>
          <p:nvPr>
            <p:ph idx="1" type="subTitle"/>
          </p:nvPr>
        </p:nvSpPr>
        <p:spPr>
          <a:xfrm>
            <a:off x="156900" y="4448550"/>
            <a:ext cx="8830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BM Plex Serif Medium"/>
              <a:buNone/>
              <a:defRPr sz="4000">
                <a:solidFill>
                  <a:schemeClr val="lt2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">
  <p:cSld name="CUSTOM">
    <p:bg>
      <p:bgPr>
        <a:solidFill>
          <a:schemeClr val="lt2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/>
          <p:nvPr>
            <p:ph idx="2" type="pic"/>
          </p:nvPr>
        </p:nvSpPr>
        <p:spPr>
          <a:xfrm>
            <a:off x="4572100" y="194400"/>
            <a:ext cx="4368600" cy="4754700"/>
          </a:xfrm>
          <a:prstGeom prst="roundRect">
            <a:avLst>
              <a:gd fmla="val 3533" name="adj"/>
            </a:avLst>
          </a:prstGeom>
          <a:noFill/>
          <a:ln>
            <a:noFill/>
          </a:ln>
        </p:spPr>
      </p:sp>
      <p:sp>
        <p:nvSpPr>
          <p:cNvPr id="159" name="Google Shape;159;p26"/>
          <p:cNvSpPr txBox="1"/>
          <p:nvPr>
            <p:ph idx="1" type="subTitle"/>
          </p:nvPr>
        </p:nvSpPr>
        <p:spPr>
          <a:xfrm>
            <a:off x="391925" y="2038075"/>
            <a:ext cx="3737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BM Plex Serif Medium"/>
              <a:buNone/>
              <a:defRPr sz="4000">
                <a:solidFill>
                  <a:schemeClr val="lt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defRPr>
            </a:lvl9pPr>
          </a:lstStyle>
          <a:p/>
        </p:txBody>
      </p:sp>
      <p:sp>
        <p:nvSpPr>
          <p:cNvPr id="160" name="Google Shape;160;p26"/>
          <p:cNvSpPr txBox="1"/>
          <p:nvPr>
            <p:ph idx="3" type="subTitle"/>
          </p:nvPr>
        </p:nvSpPr>
        <p:spPr>
          <a:xfrm>
            <a:off x="1272125" y="3330763"/>
            <a:ext cx="19770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 Medium"/>
              <a:buNone/>
              <a:defRPr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s Kit">
  <p:cSld name="CUSTOM_1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/>
          <p:nvPr>
            <p:ph idx="2" type="pic"/>
          </p:nvPr>
        </p:nvSpPr>
        <p:spPr>
          <a:xfrm>
            <a:off x="236850" y="2068225"/>
            <a:ext cx="8661300" cy="2851800"/>
          </a:xfrm>
          <a:prstGeom prst="roundRect">
            <a:avLst>
              <a:gd fmla="val 7221" name="adj"/>
            </a:avLst>
          </a:prstGeom>
          <a:noFill/>
          <a:ln>
            <a:noFill/>
          </a:ln>
        </p:spPr>
      </p:sp>
      <p:sp>
        <p:nvSpPr>
          <p:cNvPr id="163" name="Google Shape;163;p27"/>
          <p:cNvSpPr txBox="1"/>
          <p:nvPr>
            <p:ph idx="1" type="subTitle"/>
          </p:nvPr>
        </p:nvSpPr>
        <p:spPr>
          <a:xfrm>
            <a:off x="390550" y="630775"/>
            <a:ext cx="2266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idx="3" type="body"/>
          </p:nvPr>
        </p:nvSpPr>
        <p:spPr>
          <a:xfrm>
            <a:off x="390550" y="1133875"/>
            <a:ext cx="22662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65" name="Google Shape;165;p27"/>
          <p:cNvSpPr txBox="1"/>
          <p:nvPr>
            <p:ph idx="4" type="subTitle"/>
          </p:nvPr>
        </p:nvSpPr>
        <p:spPr>
          <a:xfrm>
            <a:off x="3434400" y="630775"/>
            <a:ext cx="2266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66" name="Google Shape;166;p27"/>
          <p:cNvSpPr txBox="1"/>
          <p:nvPr>
            <p:ph idx="5" type="body"/>
          </p:nvPr>
        </p:nvSpPr>
        <p:spPr>
          <a:xfrm>
            <a:off x="3434400" y="1133875"/>
            <a:ext cx="22662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6" type="subTitle"/>
          </p:nvPr>
        </p:nvSpPr>
        <p:spPr>
          <a:xfrm>
            <a:off x="6478250" y="630775"/>
            <a:ext cx="2266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68" name="Google Shape;168;p27"/>
          <p:cNvSpPr txBox="1"/>
          <p:nvPr>
            <p:ph idx="7" type="body"/>
          </p:nvPr>
        </p:nvSpPr>
        <p:spPr>
          <a:xfrm>
            <a:off x="6478250" y="1133875"/>
            <a:ext cx="22662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69" name="Google Shape;169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0" name="Google Shape;170;p27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7"/>
          <p:cNvSpPr txBox="1"/>
          <p:nvPr>
            <p:ph idx="8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ntact">
  <p:cSld name="CUSTOM_2"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/>
          <p:nvPr>
            <p:ph idx="2" type="pic"/>
          </p:nvPr>
        </p:nvSpPr>
        <p:spPr>
          <a:xfrm>
            <a:off x="3753475" y="6615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4" name="Google Shape;174;p28"/>
          <p:cNvSpPr/>
          <p:nvPr>
            <p:ph idx="3" type="pic"/>
          </p:nvPr>
        </p:nvSpPr>
        <p:spPr>
          <a:xfrm>
            <a:off x="5593875" y="6615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5" name="Google Shape;175;p28"/>
          <p:cNvSpPr/>
          <p:nvPr>
            <p:ph idx="4" type="pic"/>
          </p:nvPr>
        </p:nvSpPr>
        <p:spPr>
          <a:xfrm>
            <a:off x="7434275" y="6615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5" type="pic"/>
          </p:nvPr>
        </p:nvSpPr>
        <p:spPr>
          <a:xfrm>
            <a:off x="3753475" y="28238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6" type="pic"/>
          </p:nvPr>
        </p:nvSpPr>
        <p:spPr>
          <a:xfrm>
            <a:off x="5593875" y="28238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7" type="pic"/>
          </p:nvPr>
        </p:nvSpPr>
        <p:spPr>
          <a:xfrm>
            <a:off x="7434275" y="2823850"/>
            <a:ext cx="1101900" cy="1323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79" name="Google Shape;179;p28"/>
          <p:cNvSpPr/>
          <p:nvPr>
            <p:ph idx="8" type="pic"/>
          </p:nvPr>
        </p:nvSpPr>
        <p:spPr>
          <a:xfrm>
            <a:off x="390550" y="661550"/>
            <a:ext cx="2726400" cy="4131300"/>
          </a:xfrm>
          <a:prstGeom prst="roundRect">
            <a:avLst>
              <a:gd fmla="val 49883" name="adj"/>
            </a:avLst>
          </a:prstGeom>
          <a:noFill/>
          <a:ln>
            <a:noFill/>
          </a:ln>
        </p:spPr>
      </p:sp>
      <p:sp>
        <p:nvSpPr>
          <p:cNvPr id="180" name="Google Shape;180;p28"/>
          <p:cNvSpPr txBox="1"/>
          <p:nvPr>
            <p:ph idx="1" type="subTitle"/>
          </p:nvPr>
        </p:nvSpPr>
        <p:spPr>
          <a:xfrm>
            <a:off x="3541225" y="20286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9" type="body"/>
          </p:nvPr>
        </p:nvSpPr>
        <p:spPr>
          <a:xfrm>
            <a:off x="3541225" y="24218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13" type="subTitle"/>
          </p:nvPr>
        </p:nvSpPr>
        <p:spPr>
          <a:xfrm>
            <a:off x="5381625" y="20286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14" type="body"/>
          </p:nvPr>
        </p:nvSpPr>
        <p:spPr>
          <a:xfrm>
            <a:off x="5381625" y="24218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84" name="Google Shape;184;p28"/>
          <p:cNvSpPr txBox="1"/>
          <p:nvPr>
            <p:ph idx="15" type="subTitle"/>
          </p:nvPr>
        </p:nvSpPr>
        <p:spPr>
          <a:xfrm>
            <a:off x="7222025" y="20286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16" type="body"/>
          </p:nvPr>
        </p:nvSpPr>
        <p:spPr>
          <a:xfrm>
            <a:off x="7222025" y="24218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86" name="Google Shape;186;p28"/>
          <p:cNvSpPr txBox="1"/>
          <p:nvPr>
            <p:ph idx="17" type="subTitle"/>
          </p:nvPr>
        </p:nvSpPr>
        <p:spPr>
          <a:xfrm>
            <a:off x="3541225" y="41820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18" type="body"/>
          </p:nvPr>
        </p:nvSpPr>
        <p:spPr>
          <a:xfrm>
            <a:off x="3541225" y="45752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88" name="Google Shape;188;p28"/>
          <p:cNvSpPr txBox="1"/>
          <p:nvPr>
            <p:ph idx="19" type="subTitle"/>
          </p:nvPr>
        </p:nvSpPr>
        <p:spPr>
          <a:xfrm>
            <a:off x="5381625" y="41820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20" type="body"/>
          </p:nvPr>
        </p:nvSpPr>
        <p:spPr>
          <a:xfrm>
            <a:off x="5381625" y="45752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90" name="Google Shape;190;p28"/>
          <p:cNvSpPr txBox="1"/>
          <p:nvPr>
            <p:ph idx="21" type="subTitle"/>
          </p:nvPr>
        </p:nvSpPr>
        <p:spPr>
          <a:xfrm>
            <a:off x="7222025" y="4182025"/>
            <a:ext cx="15264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chivo"/>
              <a:buNone/>
              <a:defRPr b="1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91" name="Google Shape;191;p28"/>
          <p:cNvSpPr txBox="1"/>
          <p:nvPr>
            <p:ph idx="22" type="body"/>
          </p:nvPr>
        </p:nvSpPr>
        <p:spPr>
          <a:xfrm>
            <a:off x="7222025" y="4575225"/>
            <a:ext cx="1526400" cy="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/>
            </a:lvl9pPr>
          </a:lstStyle>
          <a:p/>
        </p:txBody>
      </p:sp>
      <p:sp>
        <p:nvSpPr>
          <p:cNvPr id="192" name="Google Shape;192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3" name="Google Shape;193;p28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28"/>
          <p:cNvSpPr txBox="1"/>
          <p:nvPr>
            <p:ph idx="23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2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eers">
  <p:cSld name="CUSTOM_3">
    <p:bg>
      <p:bgPr>
        <a:solidFill>
          <a:schemeClr val="lt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idx="1" type="subTitle"/>
          </p:nvPr>
        </p:nvSpPr>
        <p:spPr>
          <a:xfrm>
            <a:off x="6892900" y="630775"/>
            <a:ext cx="17487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97" name="Google Shape;197;p29"/>
          <p:cNvSpPr txBox="1"/>
          <p:nvPr>
            <p:ph idx="2" type="body"/>
          </p:nvPr>
        </p:nvSpPr>
        <p:spPr>
          <a:xfrm>
            <a:off x="6892900" y="1133875"/>
            <a:ext cx="17487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29"/>
          <p:cNvSpPr txBox="1"/>
          <p:nvPr>
            <p:ph idx="3" type="subTitle"/>
          </p:nvPr>
        </p:nvSpPr>
        <p:spPr>
          <a:xfrm>
            <a:off x="4747750" y="630775"/>
            <a:ext cx="17487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99" name="Google Shape;199;p29"/>
          <p:cNvSpPr txBox="1"/>
          <p:nvPr>
            <p:ph idx="4" type="body"/>
          </p:nvPr>
        </p:nvSpPr>
        <p:spPr>
          <a:xfrm>
            <a:off x="4747750" y="1133875"/>
            <a:ext cx="17487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29"/>
          <p:cNvSpPr/>
          <p:nvPr>
            <p:ph idx="5" type="pic"/>
          </p:nvPr>
        </p:nvSpPr>
        <p:spPr>
          <a:xfrm>
            <a:off x="457550" y="2136050"/>
            <a:ext cx="1748700" cy="2316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01" name="Google Shape;201;p29"/>
          <p:cNvSpPr/>
          <p:nvPr>
            <p:ph idx="6" type="pic"/>
          </p:nvPr>
        </p:nvSpPr>
        <p:spPr>
          <a:xfrm>
            <a:off x="2602596" y="2136050"/>
            <a:ext cx="1748700" cy="2316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02" name="Google Shape;202;p29"/>
          <p:cNvSpPr/>
          <p:nvPr>
            <p:ph idx="7" type="pic"/>
          </p:nvPr>
        </p:nvSpPr>
        <p:spPr>
          <a:xfrm>
            <a:off x="4747696" y="2136050"/>
            <a:ext cx="1748700" cy="2316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03" name="Google Shape;203;p29"/>
          <p:cNvSpPr/>
          <p:nvPr>
            <p:ph idx="8" type="pic"/>
          </p:nvPr>
        </p:nvSpPr>
        <p:spPr>
          <a:xfrm>
            <a:off x="6892796" y="2136050"/>
            <a:ext cx="1748700" cy="2316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04" name="Google Shape;204;p29"/>
          <p:cNvSpPr txBox="1"/>
          <p:nvPr>
            <p:ph idx="9" type="subTitle"/>
          </p:nvPr>
        </p:nvSpPr>
        <p:spPr>
          <a:xfrm>
            <a:off x="457450" y="630775"/>
            <a:ext cx="17487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205" name="Google Shape;205;p29"/>
          <p:cNvSpPr txBox="1"/>
          <p:nvPr>
            <p:ph idx="13" type="body"/>
          </p:nvPr>
        </p:nvSpPr>
        <p:spPr>
          <a:xfrm>
            <a:off x="457450" y="1133875"/>
            <a:ext cx="17487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" name="Google Shape;206;p29"/>
          <p:cNvSpPr txBox="1"/>
          <p:nvPr>
            <p:ph idx="14" type="subTitle"/>
          </p:nvPr>
        </p:nvSpPr>
        <p:spPr>
          <a:xfrm>
            <a:off x="2602600" y="630775"/>
            <a:ext cx="17487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chivo"/>
              <a:buNone/>
              <a:defRPr b="1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207" name="Google Shape;207;p29"/>
          <p:cNvSpPr txBox="1"/>
          <p:nvPr>
            <p:ph idx="15" type="body"/>
          </p:nvPr>
        </p:nvSpPr>
        <p:spPr>
          <a:xfrm>
            <a:off x="2602600" y="1133875"/>
            <a:ext cx="17487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erif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" name="Google Shape;208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9" name="Google Shape;209;p29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9"/>
          <p:cNvSpPr txBox="1"/>
          <p:nvPr>
            <p:ph idx="16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 algn="l">
              <a:buNone/>
              <a:defRPr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ognition">
  <p:cSld name="CUSTOM_4">
    <p:bg>
      <p:bgPr>
        <a:solidFill>
          <a:schemeClr val="lt2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0"/>
          <p:cNvCxnSpPr/>
          <p:nvPr/>
        </p:nvCxnSpPr>
        <p:spPr>
          <a:xfrm>
            <a:off x="390550" y="378925"/>
            <a:ext cx="8372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5" name="Google Shape;215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6" name="Google Shape;21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9" name="Google Shape;21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3" name="Google Shape;22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7" name="Google Shape;227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8" name="Google Shape;22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4" name="Google Shape;234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5" name="Google Shape;23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241" name="Google Shape;241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2" name="Google Shape;242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  <p:sp>
        <p:nvSpPr>
          <p:cNvPr id="247" name="Google Shape;24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1" name="Google Shape;25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4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8" name="Google Shape;258;p4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9" name="Google Shape;259;p4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4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1" name="Google Shape;261;p4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4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6" name="Google Shape;266;p4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1" name="Google Shape;271;p4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2" name="Google Shape;272;p4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3" name="Google Shape;273;p4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4" name="Google Shape;274;p4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4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8" name="Google Shape;278;p4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9" name="Google Shape;279;p4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0" name="Google Shape;28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1" name="Google Shape;281;p4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4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4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7" name="Google Shape;287;p4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8" name="Google Shape;288;p4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9" name="Google Shape;289;p4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0" name="Google Shape;290;p4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1" name="Google Shape;291;p4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4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4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4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4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1" name="Google Shape;301;p4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4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4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4" name="Google Shape;30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4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7" name="Google Shape;307;p4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0" name="Google Shape;310;p4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4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4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3" name="Google Shape;313;p4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4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5" name="Google Shape;31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4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4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5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5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5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5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5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5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5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5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5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theme" Target="../theme/theme3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95300" y="469900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 SemiBold"/>
              <a:buNone/>
              <a:defRPr sz="4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784600" y="469900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●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○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BM Plex Serif"/>
              <a:buChar char="■"/>
              <a:defRPr sz="11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1.no.of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no.of" TargetMode="External"/><Relationship Id="rId4" Type="http://schemas.openxmlformats.org/officeDocument/2006/relationships/hyperlink" Target="http://no.of" TargetMode="External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52" title="TITLE.jpe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7075" l="0" r="0" t="17075"/>
          <a:stretch/>
        </p:blipFill>
        <p:spPr>
          <a:xfrm>
            <a:off x="236850" y="2068225"/>
            <a:ext cx="8661300" cy="2851800"/>
          </a:xfrm>
          <a:prstGeom prst="roundRect">
            <a:avLst>
              <a:gd fmla="val 16667" name="adj"/>
            </a:avLst>
          </a:prstGeom>
        </p:spPr>
      </p:pic>
      <p:sp>
        <p:nvSpPr>
          <p:cNvPr id="340" name="Google Shape;340;p52"/>
          <p:cNvSpPr txBox="1"/>
          <p:nvPr>
            <p:ph type="title"/>
          </p:nvPr>
        </p:nvSpPr>
        <p:spPr>
          <a:xfrm>
            <a:off x="390550" y="513788"/>
            <a:ext cx="8372700" cy="9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ZOMATO ORDER &amp; RESTAURANT ANALYSIS</a:t>
            </a:r>
            <a:endParaRPr sz="3400"/>
          </a:p>
        </p:txBody>
      </p:sp>
      <p:sp>
        <p:nvSpPr>
          <p:cNvPr id="341" name="Google Shape;341;p52"/>
          <p:cNvSpPr txBox="1"/>
          <p:nvPr>
            <p:ph idx="1" type="subTitle"/>
          </p:nvPr>
        </p:nvSpPr>
        <p:spPr>
          <a:xfrm>
            <a:off x="381150" y="1624638"/>
            <a:ext cx="8372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latin typeface="IBM Plex Serif Medium"/>
                <a:ea typeface="IBM Plex Serif Medium"/>
                <a:cs typeface="IBM Plex Serif Medium"/>
                <a:sym typeface="IBM Plex Serif Medium"/>
              </a:rPr>
              <a:t>USING POWER BI</a:t>
            </a:r>
            <a:endParaRPr>
              <a:latin typeface="IBM Plex Serif Medium"/>
              <a:ea typeface="IBM Plex Serif Medium"/>
              <a:cs typeface="IBM Plex Serif Medium"/>
              <a:sym typeface="IBM Plex Serif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erif Medium"/>
              <a:ea typeface="IBM Plex Serif Medium"/>
              <a:cs typeface="IBM Plex Serif Medium"/>
              <a:sym typeface="IBM Plex Serif Medium"/>
            </a:endParaRPr>
          </a:p>
        </p:txBody>
      </p:sp>
      <p:sp>
        <p:nvSpPr>
          <p:cNvPr id="342" name="Google Shape;342;p52"/>
          <p:cNvSpPr txBox="1"/>
          <p:nvPr>
            <p:ph idx="12" type="sldNum"/>
          </p:nvPr>
        </p:nvSpPr>
        <p:spPr>
          <a:xfrm>
            <a:off x="390559" y="402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3" name="Google Shape;343;p52"/>
          <p:cNvSpPr txBox="1"/>
          <p:nvPr/>
        </p:nvSpPr>
        <p:spPr>
          <a:xfrm>
            <a:off x="3050225" y="0"/>
            <a:ext cx="293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FOOD &amp; </a:t>
            </a:r>
            <a:r>
              <a:rPr lang="en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BEVERAGE</a:t>
            </a:r>
            <a:r>
              <a:rPr lang="en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, BUSINESS ANALYTICS</a:t>
            </a:r>
            <a:endParaRPr sz="1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3"/>
          <p:cNvSpPr txBox="1"/>
          <p:nvPr>
            <p:ph idx="1" type="subTitle"/>
          </p:nvPr>
        </p:nvSpPr>
        <p:spPr>
          <a:xfrm>
            <a:off x="4654975" y="1647325"/>
            <a:ext cx="4308900" cy="15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/>
              <a:t>City with more restaurant is </a:t>
            </a:r>
            <a:r>
              <a:rPr lang="en">
                <a:solidFill>
                  <a:srgbClr val="FF0000"/>
                </a:solidFill>
              </a:rPr>
              <a:t>MUMBAI</a:t>
            </a:r>
            <a:r>
              <a:rPr lang="en"/>
              <a:t>.</a:t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>
                <a:solidFill>
                  <a:srgbClr val="FF0000"/>
                </a:solidFill>
              </a:rPr>
              <a:t>KOLKATA</a:t>
            </a:r>
            <a:r>
              <a:rPr lang="en"/>
              <a:t> has least numbers</a:t>
            </a:r>
            <a:endParaRPr/>
          </a:p>
        </p:txBody>
      </p:sp>
      <p:sp>
        <p:nvSpPr>
          <p:cNvPr id="349" name="Google Shape;349;p53"/>
          <p:cNvSpPr txBox="1"/>
          <p:nvPr>
            <p:ph idx="3" type="subTitle"/>
          </p:nvPr>
        </p:nvSpPr>
        <p:spPr>
          <a:xfrm>
            <a:off x="4171625" y="459150"/>
            <a:ext cx="50097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uFill>
                  <a:noFill/>
                </a:uFill>
                <a:hlinkClick r:id="rId3"/>
              </a:rPr>
              <a:t>1.NO.OF</a:t>
            </a:r>
            <a:r>
              <a:rPr lang="en" sz="3100"/>
              <a:t> RESTAURANTS PER CITY</a:t>
            </a:r>
            <a:endParaRPr sz="3100"/>
          </a:p>
        </p:txBody>
      </p:sp>
      <p:pic>
        <p:nvPicPr>
          <p:cNvPr id="350" name="Google Shape;350;p53" title="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375" y="459138"/>
            <a:ext cx="3868250" cy="422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4"/>
          <p:cNvSpPr txBox="1"/>
          <p:nvPr>
            <p:ph idx="1" type="subTitle"/>
          </p:nvPr>
        </p:nvSpPr>
        <p:spPr>
          <a:xfrm>
            <a:off x="4654975" y="1647325"/>
            <a:ext cx="3911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>
                <a:solidFill>
                  <a:srgbClr val="FF0000"/>
                </a:solidFill>
              </a:rPr>
              <a:t>MUMBAI</a:t>
            </a:r>
            <a:r>
              <a:rPr lang="en"/>
              <a:t> has 22.58% of orders in total.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>
                <a:solidFill>
                  <a:srgbClr val="FF0000"/>
                </a:solidFill>
              </a:rPr>
              <a:t>KOLKATA</a:t>
            </a:r>
            <a:r>
              <a:rPr lang="en"/>
              <a:t> </a:t>
            </a:r>
            <a:r>
              <a:rPr lang="en"/>
              <a:t>receives</a:t>
            </a:r>
            <a:r>
              <a:rPr lang="en"/>
              <a:t> less </a:t>
            </a: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no.</a:t>
            </a: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4"/>
              </a:rPr>
              <a:t>of</a:t>
            </a:r>
            <a:r>
              <a:rPr lang="en"/>
              <a:t> orders</a:t>
            </a:r>
            <a:endParaRPr/>
          </a:p>
        </p:txBody>
      </p:sp>
      <p:sp>
        <p:nvSpPr>
          <p:cNvPr id="356" name="Google Shape;356;p54"/>
          <p:cNvSpPr txBox="1"/>
          <p:nvPr>
            <p:ph idx="3" type="subTitle"/>
          </p:nvPr>
        </p:nvSpPr>
        <p:spPr>
          <a:xfrm>
            <a:off x="4104325" y="229775"/>
            <a:ext cx="5039700" cy="6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2.PERCENTAGE OF ORDERS</a:t>
            </a:r>
            <a:endParaRPr sz="3100"/>
          </a:p>
        </p:txBody>
      </p:sp>
      <p:pic>
        <p:nvPicPr>
          <p:cNvPr id="357" name="Google Shape;357;p54" title="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075" y="229775"/>
            <a:ext cx="3679625" cy="46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5"/>
          <p:cNvSpPr txBox="1"/>
          <p:nvPr>
            <p:ph idx="1" type="subTitle"/>
          </p:nvPr>
        </p:nvSpPr>
        <p:spPr>
          <a:xfrm>
            <a:off x="4298700" y="1654800"/>
            <a:ext cx="4671300" cy="24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>
                <a:solidFill>
                  <a:srgbClr val="FF0000"/>
                </a:solidFill>
              </a:rPr>
              <a:t>ORDER BY DAY:</a:t>
            </a:r>
            <a:r>
              <a:rPr lang="en"/>
              <a:t> month end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>
                <a:solidFill>
                  <a:srgbClr val="FF0000"/>
                </a:solidFill>
              </a:rPr>
              <a:t>ORDER BY MONTH:</a:t>
            </a:r>
            <a:r>
              <a:rPr lang="en"/>
              <a:t> September,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December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>
                <a:solidFill>
                  <a:srgbClr val="FF0000"/>
                </a:solidFill>
              </a:rPr>
              <a:t>ORDER BY QUARTER:</a:t>
            </a:r>
            <a:r>
              <a:rPr lang="en"/>
              <a:t> Quarter 4</a:t>
            </a:r>
            <a:endParaRPr/>
          </a:p>
        </p:txBody>
      </p:sp>
      <p:sp>
        <p:nvSpPr>
          <p:cNvPr id="363" name="Google Shape;363;p55"/>
          <p:cNvSpPr txBox="1"/>
          <p:nvPr>
            <p:ph idx="3" type="subTitle"/>
          </p:nvPr>
        </p:nvSpPr>
        <p:spPr>
          <a:xfrm>
            <a:off x="4072375" y="431600"/>
            <a:ext cx="50769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3.ORDER AMOUNT OVER TIME</a:t>
            </a:r>
            <a:endParaRPr sz="3100"/>
          </a:p>
        </p:txBody>
      </p:sp>
      <p:sp>
        <p:nvSpPr>
          <p:cNvPr id="364" name="Google Shape;364;p55"/>
          <p:cNvSpPr txBox="1"/>
          <p:nvPr/>
        </p:nvSpPr>
        <p:spPr>
          <a:xfrm flipH="1">
            <a:off x="6863100" y="1147275"/>
            <a:ext cx="433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lt2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pic>
        <p:nvPicPr>
          <p:cNvPr id="365" name="Google Shape;365;p55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575"/>
            <a:ext cx="3959400" cy="48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6"/>
          <p:cNvSpPr txBox="1"/>
          <p:nvPr>
            <p:ph idx="1" type="subTitle"/>
          </p:nvPr>
        </p:nvSpPr>
        <p:spPr>
          <a:xfrm>
            <a:off x="4654975" y="1647325"/>
            <a:ext cx="39117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56"/>
          <p:cNvSpPr txBox="1"/>
          <p:nvPr>
            <p:ph idx="3" type="subTitle"/>
          </p:nvPr>
        </p:nvSpPr>
        <p:spPr>
          <a:xfrm>
            <a:off x="4298700" y="401700"/>
            <a:ext cx="4762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4.FACTORS AFFECTING AVG RATINGS</a:t>
            </a:r>
            <a:endParaRPr sz="3100"/>
          </a:p>
        </p:txBody>
      </p:sp>
      <p:pic>
        <p:nvPicPr>
          <p:cNvPr id="372" name="Google Shape;372;p56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50" y="401700"/>
            <a:ext cx="3809325" cy="42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6"/>
          <p:cNvSpPr/>
          <p:nvPr/>
        </p:nvSpPr>
        <p:spPr>
          <a:xfrm>
            <a:off x="4844450" y="1740879"/>
            <a:ext cx="3969900" cy="20271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erif Medium"/>
                <a:ea typeface="IBM Plex Serif Medium"/>
                <a:cs typeface="IBM Plex Serif Medium"/>
                <a:sym typeface="IBM Plex Serif Medium"/>
              </a:rPr>
              <a:t>Premium restaurants tend to achieve better customer ratings across major cities.</a:t>
            </a:r>
            <a:endParaRPr>
              <a:solidFill>
                <a:schemeClr val="lt1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7"/>
          <p:cNvSpPr txBox="1"/>
          <p:nvPr>
            <p:ph idx="1" type="subTitle"/>
          </p:nvPr>
        </p:nvSpPr>
        <p:spPr>
          <a:xfrm>
            <a:off x="4351525" y="1938900"/>
            <a:ext cx="47469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/>
              <a:t>Revenue distribution among top 5 is relatively close, showing </a:t>
            </a:r>
            <a:r>
              <a:rPr lang="en">
                <a:solidFill>
                  <a:srgbClr val="FF0000"/>
                </a:solidFill>
              </a:rPr>
              <a:t>healthy competition</a:t>
            </a:r>
            <a:r>
              <a:rPr lang="en"/>
              <a:t> among leading restaurants</a:t>
            </a:r>
            <a:endParaRPr/>
          </a:p>
        </p:txBody>
      </p:sp>
      <p:sp>
        <p:nvSpPr>
          <p:cNvPr id="379" name="Google Shape;379;p57"/>
          <p:cNvSpPr txBox="1"/>
          <p:nvPr>
            <p:ph idx="3" type="subTitle"/>
          </p:nvPr>
        </p:nvSpPr>
        <p:spPr>
          <a:xfrm>
            <a:off x="4237375" y="349375"/>
            <a:ext cx="47469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5.TOP RESTAURANTS BY REVENUE</a:t>
            </a:r>
            <a:endParaRPr sz="3100"/>
          </a:p>
        </p:txBody>
      </p:sp>
      <p:pic>
        <p:nvPicPr>
          <p:cNvPr id="380" name="Google Shape;380;p57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025" y="349375"/>
            <a:ext cx="3717475" cy="449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8"/>
          <p:cNvSpPr txBox="1"/>
          <p:nvPr>
            <p:ph idx="1" type="subTitle"/>
          </p:nvPr>
        </p:nvSpPr>
        <p:spPr>
          <a:xfrm>
            <a:off x="4313650" y="1871600"/>
            <a:ext cx="5111100" cy="20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>
                <a:solidFill>
                  <a:srgbClr val="FF0000"/>
                </a:solidFill>
              </a:rPr>
              <a:t>Area A</a:t>
            </a:r>
            <a:r>
              <a:rPr lang="en"/>
              <a:t> has stronger business activity and higher customer spending.</a:t>
            </a:r>
            <a:endParaRPr/>
          </a:p>
        </p:txBody>
      </p:sp>
      <p:sp>
        <p:nvSpPr>
          <p:cNvPr id="386" name="Google Shape;386;p58"/>
          <p:cNvSpPr txBox="1"/>
          <p:nvPr>
            <p:ph idx="3" type="subTitle"/>
          </p:nvPr>
        </p:nvSpPr>
        <p:spPr>
          <a:xfrm>
            <a:off x="4313650" y="214825"/>
            <a:ext cx="45231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6.REVENUE BY AREA</a:t>
            </a:r>
            <a:endParaRPr sz="3100"/>
          </a:p>
        </p:txBody>
      </p:sp>
      <p:sp>
        <p:nvSpPr>
          <p:cNvPr id="387" name="Google Shape;387;p58"/>
          <p:cNvSpPr txBox="1"/>
          <p:nvPr/>
        </p:nvSpPr>
        <p:spPr>
          <a:xfrm>
            <a:off x="6061150" y="1147275"/>
            <a:ext cx="1085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lt2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pic>
        <p:nvPicPr>
          <p:cNvPr id="388" name="Google Shape;388;p58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075" y="402712"/>
            <a:ext cx="3732500" cy="433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9"/>
          <p:cNvSpPr txBox="1"/>
          <p:nvPr>
            <p:ph idx="1" type="subTitle"/>
          </p:nvPr>
        </p:nvSpPr>
        <p:spPr>
          <a:xfrm>
            <a:off x="4373475" y="2021150"/>
            <a:ext cx="4657800" cy="15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/>
              <a:t>High order density in </a:t>
            </a:r>
            <a:r>
              <a:rPr lang="en">
                <a:solidFill>
                  <a:srgbClr val="FF0000"/>
                </a:solidFill>
              </a:rPr>
              <a:t>MUMBAI</a:t>
            </a:r>
            <a:r>
              <a:rPr lang="en"/>
              <a:t> </a:t>
            </a:r>
            <a:r>
              <a:rPr lang="en"/>
              <a:t>remains as major business and revenue hubs.</a:t>
            </a:r>
            <a:endParaRPr/>
          </a:p>
        </p:txBody>
      </p:sp>
      <p:sp>
        <p:nvSpPr>
          <p:cNvPr id="394" name="Google Shape;394;p59"/>
          <p:cNvSpPr txBox="1"/>
          <p:nvPr>
            <p:ph idx="3" type="subTitle"/>
          </p:nvPr>
        </p:nvSpPr>
        <p:spPr>
          <a:xfrm>
            <a:off x="4229725" y="424150"/>
            <a:ext cx="4762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7.ORDER DENSITY BY CITY</a:t>
            </a:r>
            <a:endParaRPr sz="3100"/>
          </a:p>
        </p:txBody>
      </p:sp>
      <p:pic>
        <p:nvPicPr>
          <p:cNvPr id="395" name="Google Shape;395;p59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75" y="642950"/>
            <a:ext cx="3162300" cy="31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0"/>
          <p:cNvSpPr txBox="1"/>
          <p:nvPr>
            <p:ph idx="1" type="subTitle"/>
          </p:nvPr>
        </p:nvSpPr>
        <p:spPr>
          <a:xfrm>
            <a:off x="4336375" y="1647325"/>
            <a:ext cx="46722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>
                <a:solidFill>
                  <a:srgbClr val="FF0000"/>
                </a:solidFill>
              </a:rPr>
              <a:t>Strong </a:t>
            </a:r>
            <a:r>
              <a:rPr lang="en"/>
              <a:t>overall revenue </a:t>
            </a:r>
            <a:r>
              <a:rPr lang="en"/>
              <a:t>performance</a:t>
            </a:r>
            <a:r>
              <a:rPr lang="en"/>
              <a:t> across all cities.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/>
              <a:t>Healthy avg order value reflects </a:t>
            </a:r>
            <a:r>
              <a:rPr lang="en">
                <a:solidFill>
                  <a:srgbClr val="FF0000"/>
                </a:solidFill>
              </a:rPr>
              <a:t>stable customer spending</a:t>
            </a:r>
            <a:r>
              <a:rPr lang="en"/>
              <a:t>.</a:t>
            </a:r>
            <a:endParaRPr/>
          </a:p>
        </p:txBody>
      </p:sp>
      <p:sp>
        <p:nvSpPr>
          <p:cNvPr id="401" name="Google Shape;401;p60"/>
          <p:cNvSpPr txBox="1"/>
          <p:nvPr>
            <p:ph idx="3" type="subTitle"/>
          </p:nvPr>
        </p:nvSpPr>
        <p:spPr>
          <a:xfrm>
            <a:off x="4336450" y="289575"/>
            <a:ext cx="4672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8.KPI CARDS</a:t>
            </a:r>
            <a:endParaRPr sz="3100"/>
          </a:p>
        </p:txBody>
      </p:sp>
      <p:sp>
        <p:nvSpPr>
          <p:cNvPr id="402" name="Google Shape;402;p60"/>
          <p:cNvSpPr txBox="1"/>
          <p:nvPr/>
        </p:nvSpPr>
        <p:spPr>
          <a:xfrm>
            <a:off x="6061150" y="1147275"/>
            <a:ext cx="1085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lt2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pic>
        <p:nvPicPr>
          <p:cNvPr id="403" name="Google Shape;403;p60" title="8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888" y="919575"/>
            <a:ext cx="207645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60" title="8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1638" y="2736075"/>
            <a:ext cx="2066925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1"/>
          <p:cNvSpPr txBox="1"/>
          <p:nvPr>
            <p:ph idx="1" type="subTitle"/>
          </p:nvPr>
        </p:nvSpPr>
        <p:spPr>
          <a:xfrm>
            <a:off x="4261325" y="2101575"/>
            <a:ext cx="4791900" cy="1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/>
              <a:t>Sales performance </a:t>
            </a:r>
            <a:r>
              <a:rPr lang="en"/>
              <a:t>highlights</a:t>
            </a:r>
            <a:r>
              <a:rPr lang="en"/>
              <a:t> the key </a:t>
            </a:r>
            <a:r>
              <a:rPr lang="en">
                <a:solidFill>
                  <a:srgbClr val="FF0000"/>
                </a:solidFill>
              </a:rPr>
              <a:t>revenue driving</a:t>
            </a:r>
            <a:r>
              <a:rPr lang="en"/>
              <a:t> business.</a:t>
            </a:r>
            <a:endParaRPr/>
          </a:p>
        </p:txBody>
      </p:sp>
      <p:sp>
        <p:nvSpPr>
          <p:cNvPr id="410" name="Google Shape;410;p61"/>
          <p:cNvSpPr txBox="1"/>
          <p:nvPr>
            <p:ph idx="3" type="subTitle"/>
          </p:nvPr>
        </p:nvSpPr>
        <p:spPr>
          <a:xfrm>
            <a:off x="4261325" y="401725"/>
            <a:ext cx="45753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9.RESTAURANT WISE SALES</a:t>
            </a:r>
            <a:endParaRPr sz="3100"/>
          </a:p>
        </p:txBody>
      </p:sp>
      <p:sp>
        <p:nvSpPr>
          <p:cNvPr id="411" name="Google Shape;411;p61"/>
          <p:cNvSpPr txBox="1"/>
          <p:nvPr/>
        </p:nvSpPr>
        <p:spPr>
          <a:xfrm>
            <a:off x="6061150" y="1147275"/>
            <a:ext cx="1085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lt2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pic>
        <p:nvPicPr>
          <p:cNvPr id="412" name="Google Shape;412;p61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175" y="904825"/>
            <a:ext cx="3512875" cy="344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2"/>
          <p:cNvSpPr txBox="1"/>
          <p:nvPr>
            <p:ph idx="1" type="subTitle"/>
          </p:nvPr>
        </p:nvSpPr>
        <p:spPr>
          <a:xfrm>
            <a:off x="156900" y="240088"/>
            <a:ext cx="8830200" cy="5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0"/>
              <a:buNone/>
            </a:pPr>
            <a:r>
              <a:rPr lang="en"/>
              <a:t>10.DASHBOARD</a:t>
            </a:r>
            <a:endParaRPr/>
          </a:p>
        </p:txBody>
      </p:sp>
      <p:pic>
        <p:nvPicPr>
          <p:cNvPr id="418" name="Google Shape;418;p62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5600"/>
            <a:ext cx="8834700" cy="4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3"/>
          <p:cNvSpPr txBox="1"/>
          <p:nvPr/>
        </p:nvSpPr>
        <p:spPr>
          <a:xfrm>
            <a:off x="6424575" y="40226"/>
            <a:ext cx="240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4" name="Google Shape;424;p63"/>
          <p:cNvSpPr txBox="1"/>
          <p:nvPr/>
        </p:nvSpPr>
        <p:spPr>
          <a:xfrm>
            <a:off x="3367050" y="40226"/>
            <a:ext cx="240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5" name="Google Shape;425;p63"/>
          <p:cNvSpPr txBox="1"/>
          <p:nvPr/>
        </p:nvSpPr>
        <p:spPr>
          <a:xfrm>
            <a:off x="433600" y="560700"/>
            <a:ext cx="4881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lt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INSIGHTS:</a:t>
            </a:r>
            <a:endParaRPr sz="3100">
              <a:solidFill>
                <a:schemeClr val="lt2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  <p:sp>
        <p:nvSpPr>
          <p:cNvPr id="426" name="Google Shape;426;p63"/>
          <p:cNvSpPr txBox="1"/>
          <p:nvPr/>
        </p:nvSpPr>
        <p:spPr>
          <a:xfrm>
            <a:off x="650425" y="1255975"/>
            <a:ext cx="7274100" cy="3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"/>
              <a:buChar char="❖"/>
            </a:pPr>
            <a:r>
              <a:rPr lang="en" sz="2000">
                <a:solidFill>
                  <a:srgbClr val="FF000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MUMBAI &amp; DELHI </a:t>
            </a:r>
            <a:r>
              <a:rPr lang="en" sz="20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contributes highest order volume and customer engagement.</a:t>
            </a:r>
            <a:endParaRPr sz="2000">
              <a:solidFill>
                <a:schemeClr val="dk1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"/>
              <a:buChar char="❖"/>
            </a:pPr>
            <a:r>
              <a:rPr lang="en" sz="20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Revenue trends shows </a:t>
            </a:r>
            <a:r>
              <a:rPr lang="en" sz="2000">
                <a:solidFill>
                  <a:srgbClr val="FF000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stable and consistent</a:t>
            </a:r>
            <a:r>
              <a:rPr lang="en" sz="20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business performance over time.</a:t>
            </a:r>
            <a:endParaRPr sz="2000">
              <a:solidFill>
                <a:schemeClr val="dk1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"/>
              <a:buChar char="❖"/>
            </a:pPr>
            <a:r>
              <a:rPr lang="en" sz="2000">
                <a:solidFill>
                  <a:srgbClr val="FF000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Premium and highly rated</a:t>
            </a:r>
            <a:r>
              <a:rPr lang="en" sz="20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restaurants tend to achieve better sales and customer satisfaction.</a:t>
            </a:r>
            <a:endParaRPr sz="2000">
              <a:solidFill>
                <a:schemeClr val="dk1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erif"/>
              <a:buChar char="❖"/>
            </a:pPr>
            <a:r>
              <a:rPr lang="en" sz="2000">
                <a:solidFill>
                  <a:schemeClr val="dk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Lower performing cities present opportunities for targeted marketing and business expansion.</a:t>
            </a:r>
            <a:endParaRPr sz="2000">
              <a:solidFill>
                <a:schemeClr val="dk1"/>
              </a:solidFill>
              <a:latin typeface="IBM Plex Serif"/>
              <a:ea typeface="IBM Plex Serif"/>
              <a:cs typeface="IBM Plex Serif"/>
              <a:sym typeface="IBM Plex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5F06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4"/>
          <p:cNvSpPr txBox="1"/>
          <p:nvPr>
            <p:ph type="title"/>
          </p:nvPr>
        </p:nvSpPr>
        <p:spPr>
          <a:xfrm>
            <a:off x="385650" y="2087700"/>
            <a:ext cx="83727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432" name="Google Shape;432;p64"/>
          <p:cNvSpPr txBox="1"/>
          <p:nvPr/>
        </p:nvSpPr>
        <p:spPr>
          <a:xfrm>
            <a:off x="6424575" y="40226"/>
            <a:ext cx="240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3" name="Google Shape;433;p64"/>
          <p:cNvSpPr txBox="1"/>
          <p:nvPr/>
        </p:nvSpPr>
        <p:spPr>
          <a:xfrm>
            <a:off x="3367050" y="40226"/>
            <a:ext cx="240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mpany Overview Presentation">
  <a:themeElements>
    <a:clrScheme name="Simple Light">
      <a:dk1>
        <a:srgbClr val="121212"/>
      </a:dk1>
      <a:lt1>
        <a:srgbClr val="FDF9E9"/>
      </a:lt1>
      <a:dk2>
        <a:srgbClr val="8C63A0"/>
      </a:dk2>
      <a:lt2>
        <a:srgbClr val="AA601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2121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